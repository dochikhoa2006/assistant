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Types>
</file>

<file path=_rels/.rels><?xml version="1.0" encoding="UTF-8"?>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p:sldIdLst>
    <p:sldId id="256" r:id="rId1"/>
  </p:sldIdLst>
</p:presentation>
</file>

<file path=ppt/_rels/presentation.xml.rels><?xml version="1.0" encoding="UTF-8"?>
<Relationships xmlns="http://schemas.openxmlformats.org/package/2006/relationships">
<Relationship Id="rId1" Type="http://schemas.openxmlformats.org/officeDocument/2006/relationships/slide" Target="slides/slide1.xml"/>
</Relationships>
</file>

<file path=ppt/slides/slide1.xml><?xml version="1.0" encoding="utf-8"?>
<p:sld xmlns:p="http://schemas.openxmlformats.org/presentationml/2006/main" xmlns:a="http://schemas.openxmlformats.org/drawingml/2006/main">
  <p:cSld>
    <p:spTree>
      <p:sp>
        <p:txBody>
          <a:bodyPr/>
          <a:lstStyle/>
          <a:p>
            <a:r>
              <a:t>Plan for PowerPoint Presentation on Vietnamese Day Festival:</a:t>
            </a:r>
          </a:p>
          <a:p>
            <a:r>
              <a:t>1. Title Slide:</a:t>
            </a:r>
          </a:p>
          <a:p>
            <a:r>
              <a:t>Title: Vietnamese Day Festival</a:t>
            </a:r>
          </a:p>
          <a:p>
            <a:r>
              <a:t>Subtitle: Celebrating Heritage and Culture</a:t>
            </a:r>
          </a:p>
          <a:p>
            <a:r>
              <a:t>Audience Footer: Presented to the Vietnamese Community and Friends</a:t>
            </a:r>
          </a:p>
          <a:p>
            <a:r>
              <a:t>2. Executive Summary Slide:</a:t>
            </a:r>
          </a:p>
          <a:p>
            <a:r>
              <a:t>Key Message Cards:</a:t>
            </a:r>
          </a:p>
          <a:p>
            <a:r>
              <a:t>Embrace and preserve Vietnamese traditions and values.</a:t>
            </a:r>
          </a:p>
          <a:p>
            <a:r>
              <a:t>Strengthen community ties and cultural understanding.</a:t>
            </a:r>
          </a:p>
          <a:p>
            <a:r>
              <a:t>Promote Vietnamese cuisine and arts to a broader audience.</a:t>
            </a:r>
          </a:p>
          <a:p>
            <a:r>
              <a:t>Foster respect and recognition for Vietnamese history and efforts.</a:t>
            </a:r>
          </a:p>
          <a:p>
            <a:r>
              <a:t>3. Content Layout Slides:</a:t>
            </a:r>
          </a:p>
          <a:p>
            <a:r>
              <a:t>Slide 1:</a:t>
            </a:r>
          </a:p>
          <a:p>
            <a:r>
              <a:t>Title: History of Vietnamese Day</a:t>
            </a:r>
          </a:p>
          <a:p>
            <a:r>
              <a:t>Bullets: Origins in Vietnam and adoption in diaspora communities.</a:t>
            </a:r>
          </a:p>
          <a:p>
            <a:r>
              <a:t>Takeaway: Understanding the significance of Vietnamese Day in various cultures.</a:t>
            </a:r>
          </a:p>
          <a:p>
            <a:r>
              <a:t>Slide 2:</a:t>
            </a:r>
          </a:p>
          <a:p>
            <a:r>
              <a:t>Title: Vietnamese Day Festival Events</a:t>
            </a:r>
          </a:p>
          <a:p>
            <a:r>
              <a:t>Bullets: Traditional dances, music performances, and cultural exhibits.</a:t>
            </a:r>
          </a:p>
          <a:p>
            <a:r>
              <a:t>Takeaway: Immersive experiences to appreciate Vietnamese culture.</a:t>
            </a:r>
          </a:p>
          <a:p>
            <a:r>
              <a:t>Slide 3:</a:t>
            </a:r>
          </a:p>
          <a:p>
            <a:r>
              <a:t>Title: Vietnamese Day Festival Food</a:t>
            </a:r>
          </a:p>
          <a:p>
            <a:r>
              <a:t>Bullets: Popular dishes served at the festival and their cultural relevance.</a:t>
            </a:r>
          </a:p>
          <a:p>
            <a:r>
              <a:t>Takeaway: The role of food in celebrating and transmitting Vietnamese heritage.</a:t>
            </a:r>
          </a:p>
          <a:p>
            <a:r>
              <a:t>Slide 4:</a:t>
            </a:r>
          </a:p>
          <a:p>
            <a:r>
              <a:t>Title: Vietnamese Day Festival Art and Crafts</a:t>
            </a:r>
          </a:p>
          <a:p>
            <a:r>
              <a:t>Bullets: Art forms and crafts displayed and sold at the festival.</a:t>
            </a:r>
          </a:p>
          <a:p>
            <a:r>
              <a:t>Takeaway: Supporting Vietnamese artisans and promoting cultural craftsmanship.</a:t>
            </a:r>
          </a:p>
          <a:p>
            <a:r>
              <a:t>Slide 5:</a:t>
            </a:r>
          </a:p>
          <a:p>
            <a:r>
              <a:t>Title: Vietnamese Day Festival Community Events</a:t>
            </a:r>
          </a:p>
          <a:p>
            <a:r>
              <a:t>Bullets: Workshops, seminars, and cultural exchange activities.</a:t>
            </a:r>
          </a:p>
          <a:p>
            <a:r>
              <a:t>Takeaway: Opportunities for learning and cultural exchange within the Vietnamese community.</a:t>
            </a:r>
          </a:p>
          <a:p>
            <a:r>
              <a:t>Slide 6:</a:t>
            </a:r>
          </a:p>
          <a:p>
            <a:r>
              <a:t>Title: Vietnamese Day Festival and Immigrant Stories</a:t>
            </a:r>
          </a:p>
          <a:p>
            <a:r>
              <a:t>Bullets: Personal narratives and experiences of Vietnamese immigrants.</a:t>
            </a:r>
          </a:p>
          <a:p>
            <a:r>
              <a:t>Takeaway: Personalizing the celebration to honor individual journeys and contributions.</a:t>
            </a:r>
          </a:p>
          <a:p>
            <a:r>
              <a:t>4. Table Layout Slides:</a:t>
            </a:r>
          </a:p>
          <a:p>
            <a:r>
              <a:t>Slide 1:</a:t>
            </a:r>
          </a:p>
          <a:p>
            <a:r>
              <a:t>Title: Vietnamese Day Festival Schedule</a:t>
            </a:r>
          </a:p>
          <a:p>
            <a:r>
              <a:t>Headers: Time Slots and Events</a:t>
            </a:r>
          </a:p>
          <a:p>
            <a:r>
              <a:t>Rows: Time and corresponding activities (e.g., 10 AM - Opening Ceremony, 11 AM - Dance Performance, etc.).</a:t>
            </a:r>
          </a:p>
          <a:p>
            <a:r>
              <a:t>Slide 2:</a:t>
            </a:r>
          </a:p>
          <a:p>
            <a:r>
              <a:t>Title: Vietnamese Day Festival Food Menu</a:t>
            </a:r>
          </a:p>
          <a:p>
            <a:r>
              <a:t>Headers: Dish Categories and Names</a:t>
            </a:r>
          </a:p>
          <a:p>
            <a:r>
              <a:t>Rows: Dish names and descriptions (e.g., Pho Bo - Boiled Beef Noodle, Spring Rolls - Fried Dumplings wrapped in lettuce leaves, etc.).</a:t>
            </a:r>
          </a:p>
          <a:p>
            <a:r>
              <a:t>Slide 3:</a:t>
            </a:r>
          </a:p>
          <a:p>
            <a:r>
              <a:t>Title: Vietnamese Day Festival Art and Crafts Categories</a:t>
            </a:r>
          </a:p>
          <a:p>
            <a:r>
              <a:t>Headers: Art Forms and Crafts</a:t>
            </a:r>
          </a:p>
          <a:p>
            <a:r>
              <a:t>Rows: Art forms and crafts names and descriptions (e.g., Silk Painting - Traditional silk paintings depicting Vietnamese landscapes and scenes, etc.).</a:t>
            </a:r>
          </a:p>
          <a:p>
            <a:r>
              <a:t>5. Chart Layout Slides:</a:t>
            </a:r>
          </a:p>
          <a:p>
            <a:r>
              <a:t>Slide 1:</a:t>
            </a:r>
          </a:p>
          <a:p>
            <a:r>
              <a:t>Title: Vietnamese Day Festival Milestones</a:t>
            </a:r>
          </a:p>
          <a:p>
            <a:r>
              <a:t>Chart Type: Timeline</a:t>
            </a:r>
          </a:p>
          <a:p>
            <a:r>
              <a:t>Categories and Series Data: Historical events and modern celebrations of Vietnamese Day.</a:t>
            </a:r>
          </a:p>
          <a:p>
            <a:r>
              <a:t>Takeaway: Visual timeline highlighting key moments and milestones in Vietnamese Day history.</a:t>
            </a:r>
          </a:p>
          <a:p>
            <a:r>
              <a:t>Slide 2:</a:t>
            </a:r>
          </a:p>
          <a:p>
            <a:r>
              <a:t>Title: Vietnamese Day Festival Food Popularity</a:t>
            </a:r>
          </a:p>
          <a:p>
            <a:r>
              <a:t>Chart Type: Bar Chart</a:t>
            </a:r>
          </a:p>
          <a:p>
            <a:r>
              <a:t>Categories and Series Data: Various dishes served at the festival and their popularity among attendees.</a:t>
            </a:r>
          </a:p>
          <a:p>
            <a:r>
              <a:t>Takeaway: Bar chart showing the most and least popular dishes served at Vietnamese Day Festival events.</a:t>
            </a:r>
          </a:p>
          <a:p>
            <a:r>
              <a:t>6. Matrix Layout Slides:</a:t>
            </a:r>
          </a:p>
          <a:p>
            <a:r>
              <a:t>Slide 1:</a:t>
            </a:r>
          </a:p>
          <a:p>
            <a:r>
              <a:t>Title: Prioritizing Vietnamese Day Festival Events</a:t>
            </a:r>
          </a:p>
          <a:p>
            <a:r>
              <a:t>Matrix Title: Event Priority Grid</a:t>
            </a:r>
          </a:p>
          <a:p>
            <a:r>
              <a:t>Matrix Content: 2x2 grid categorizing events by priority level (e.g., High Priority - Opening Ceremony, Medium Priority - Music Performances, Low Priority - Art Exhibits, Defer - Non-Critical Events).</a:t>
            </a:r>
          </a:p>
          <a:p>
            <a:r>
              <a:t>7. Process Layout Slides:</a:t>
            </a:r>
          </a:p>
          <a:p>
            <a:r>
              <a:t>Slide 1:</a:t>
            </a:r>
          </a:p>
          <a:p>
            <a:r>
              <a:t>Title: Steps to Organize Vietnamese Day Festival</a:t>
            </a:r>
          </a:p>
          <a:p>
            <a:r>
              <a:t>Process Steps: Outline the process of event planning and execution (e.g., Venue Selection, Permits and Approvals, Vendor and Performer Coordination, Marketing and Promotion, Event Day Management and Safety Measures).</a:t>
            </a:r>
          </a:p>
          <a:p>
            <a:r>
              <a:t>Note: Each slide can be further customized to fit the specific needs and preferences of the event and target audience. Additionally, visuals such as images and icons can be incorporated to enhance the presentation and engagement.</a:t>
            </a:r>
          </a:p>
        </p:txBody>
      </p:sp>
    </p:spTree>
  </p:cSld>
</p:sld>
</file>