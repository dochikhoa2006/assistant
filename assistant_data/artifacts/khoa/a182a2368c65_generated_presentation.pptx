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# Slide 1: Title Slide</a:t>
            </a:r>
          </a:p>
          <a:p>
            <a:r>
              <a:t>**Title:** Beach Trip Planning &amp; Day-Off Coordination</a:t>
            </a:r>
          </a:p>
          <a:p>
            <a:r>
              <a:t>**Subtitle:** Logistics, Schedule, and Team Availability for Next Week's Getaway</a:t>
            </a:r>
          </a:p>
          <a:p>
            <a:r>
              <a:t>**Footer:** [Company Name] | Internal Communications Department | Date: October 26, 2023</a:t>
            </a:r>
          </a:p>
          <a:p>
            <a:r>
              <a:t/>
            </a:r>
          </a:p>
          <a:p>
            <a:r>
              <a:t># Slide 2: Executive Summary</a:t>
            </a:r>
          </a:p>
          <a:p>
            <a:r>
              <a:t>*   **Key Message Card 1 (Objective):** Secure approval for a team beach trip next week to boost morale and foster collaboration.</a:t>
            </a:r>
          </a:p>
          <a:p>
            <a:r>
              <a:t>*   **Key Message Card 2 (Logistics Overview):** Finalized itinerary includes departure at 8:00 AM, arrival by noon, lunch provided on-site, and return transport scheduled for sunset.</a:t>
            </a:r>
          </a:p>
          <a:p>
            <a:r>
              <a:t>*   **Key Message Card 3 (Operational Impact):** This event requires a designated "Day-Off" status; standard work hours are suspended from Friday morning through Sunday evening.</a:t>
            </a:r>
          </a:p>
          <a:p>
            <a:r>
              <a:t>*   **Key Message Card 4 (Call to Action):** Review the attached detailed schedule, confirm attendance via the linked form by EOD Thursday, and prepare for travel logistics.</a:t>
            </a:r>
          </a:p>
          <a:p>
            <a:r>
              <a:t/>
            </a:r>
          </a:p>
          <a:p>
            <a:r>
              <a:t># Slide 3: Trip Overview &amp; Itinerary Highlights</a:t>
            </a:r>
          </a:p>
          <a:p>
            <a:r>
              <a:t>**Title:** High-Level Event Timeline</a:t>
            </a:r>
          </a:p>
          <a:p>
            <a:r>
              <a:t>*   Friday Morning: Departure from HQ parking lot; safety briefing conducted in vehicle.</a:t>
            </a:r>
          </a:p>
          <a:p>
            <a:r>
              <a:t>*   Mid-Day Arrival: Check-in at the designated beach resort facility; welcome refreshments served.</a:t>
            </a:r>
          </a:p>
          <a:p>
            <a:r>
              <a:t>*   Afternoon Activities: Team-building games, guided coastal walk, and casual networking session.</a:t>
            </a:r>
          </a:p>
          <a:p>
            <a:r>
              <a:t>*   Evening Event: Sunset dinner followed by optional bonfire gathering (weather permitting).</a:t>
            </a:r>
          </a:p>
          <a:p>
            <a:r>
              <a:t>*   Saturday Morning: Leisure time for personal exploration or rest before a late breakfast meeting.</a:t>
            </a:r>
          </a:p>
          <a:p>
            <a:r>
              <a:t>*   Late Afternoon Departure: Return transport organized; arrival back at HQ expected after 8:00 PM.</a:t>
            </a:r>
          </a:p>
          <a:p>
            <a:r>
              <a:t>**Callout Takeaway:** The schedule is designed to maximize relaxation while maintaining team cohesion without requiring overtime work hours.</a:t>
            </a:r>
          </a:p>
          <a:p>
            <a:r>
              <a:t/>
            </a:r>
          </a:p>
          <a:p>
            <a:r>
              <a:t># Slide 4: Resource Allocation &amp; Budget Breakdown</a:t>
            </a:r>
          </a:p>
          <a:p>
            <a:r>
              <a:t>**Title:** Financial Overview and Vendor Commitments</a:t>
            </a:r>
          </a:p>
          <a:p>
            <a:r>
              <a:t>| Category | Item Description | Estimated Cost (USD) | Status |</a:t>
            </a:r>
          </a:p>
          <a:p>
            <a:r>
              <a:t>| :--- | :--- | :--- | :--- |</a:t>
            </a:r>
          </a:p>
          <a:p>
            <a:r>
              <a:t>| **Venue Rental** | Beach Resort Hall &amp; Parking Passes | $1,200.00 | Confirmed |</a:t>
            </a:r>
          </a:p>
          <a:p>
            <a:r>
              <a:t>| **Catering** | Lunch Buffet and Dinner Package | $850.00 | Pending Menu Selection |</a:t>
            </a:r>
          </a:p>
          <a:p>
            <a:r>
              <a:t>| **Transportation** | Chartered Bus for Round Trip (45 Seats) | $600.00 | Reserved |</a:t>
            </a:r>
          </a:p>
          <a:p>
            <a:r>
              <a:t>| **Activities** | Team Building Facilitator &amp; Equipment | $300.00 | Vendor Assigned |</a:t>
            </a:r>
          </a:p>
          <a:p>
            <a:r>
              <a:t>| **Contingency** | Weather Backup Plan / Medical Kit | $150.00 | Held in Reserve |</a:t>
            </a:r>
          </a:p>
          <a:p>
            <a:r>
              <a:t/>
            </a:r>
          </a:p>
          <a:p>
            <a:r>
              <a:t># Slide 5: Travel Route Visualization</a:t>
            </a:r>
          </a:p>
          <a:p>
            <a:r>
              <a:t>**Title:** Logistics Map and Transport Flow</a:t>
            </a:r>
          </a:p>
          <a:p>
            <a:r>
              <a:t>*   *Chart Type:* Bar Chart (Distance vs. Duration)</a:t>
            </a:r>
          </a:p>
          <a:p>
            <a:r>
              <a:t>*   Category A: Departure Leg (HQ to Resort) -&gt; Series Data: 45 Miles / 1 Hour 10 Minutes</a:t>
            </a:r>
          </a:p>
          <a:p>
            <a:r>
              <a:t>*   Category B: Leisure Buffer Time -&gt; Series Data: N/A (Unscheduled Free Time)</a:t>
            </a:r>
          </a:p>
          <a:p>
            <a:r>
              <a:t>*   Category C: Return Leg (Resort to HQ) -&gt; Series Data: 48 Miles / 1 Hour 20 Minutes (Traffic estimate)</a:t>
            </a:r>
          </a:p>
          <a:p>
            <a:r>
              <a:t>**Callout Takeaway:** The return journey is slightly longer due to anticipated evening traffic; please ensure all team members are seated by the bus departure time.</a:t>
            </a:r>
          </a:p>
          <a:p>
            <a:r>
              <a:t/>
            </a:r>
          </a:p>
          <a:p>
            <a:r>
              <a:t># Slide 6: Team Availability Matrix</a:t>
            </a:r>
          </a:p>
          <a:p>
            <a:r>
              <a:t>**Title:** Attendance and Day-Off Status Grid</a:t>
            </a:r>
          </a:p>
          <a:p>
            <a:r>
              <a:t>| Priority Level | Criteria Definition | Action Required | Affected Teams |</a:t>
            </a:r>
          </a:p>
          <a:p>
            <a:r>
              <a:t>| :--- | :--- | :--- | :--- |</a:t>
            </a:r>
          </a:p>
          <a:p>
            <a:r>
              <a:t>| **Priority (Must Attend)** | Core project leads; cannot delegate duties. | Mandatory attendance required. | Engineering, Product Mgmt |</a:t>
            </a:r>
          </a:p>
          <a:p>
            <a:r>
              <a:t>| **Monitor** | General staff with flexible schedules. | Attendance encouraged but optional if urgent work exists. | Sales Support, HR Admin |</a:t>
            </a:r>
          </a:p>
          <a:p>
            <a:r>
              <a:t>| **Selective** | Contractors or remote workers in different time zones. | Optional participation based on local availability. | Freelance Consultants |</a:t>
            </a:r>
          </a:p>
          <a:p>
            <a:r>
              <a:t>| **Defer (Work As Usual)** | Critical business continuity roles requiring presence at HQ. | Must remain onsite; alternative team member to attend trip. | IT Ops, Security Desk |</a:t>
            </a:r>
          </a:p>
          <a:p>
            <a:r>
              <a:t/>
            </a:r>
          </a:p>
          <a:p>
            <a:r>
              <a:t># Slide 7: Communication &amp; Safety Protocols</a:t>
            </a:r>
          </a:p>
          <a:p>
            <a:r>
              <a:t>**Title:** Operational Procedures for the Day-Off Period</a:t>
            </a:r>
          </a:p>
          <a:p>
            <a:r>
              <a:t>*   **Step 1:** Distribution of this presentation and the "Day-Off Notification" email to all stakeholders by Thursday EOD.</a:t>
            </a:r>
          </a:p>
          <a:p>
            <a:r>
              <a:t>*   **Step 2:** Submission of emergency contact forms via internal portal; ensure mobile phones are charged or accessible during travel.</a:t>
            </a:r>
          </a:p>
          <a:p>
            <a:r>
              <a:t>*   **Step 3:** Designation of a Safety Officer on each bus segment responsible for headcounts and incident reporting.</a:t>
            </a:r>
          </a:p>
          <a:p>
            <a:r>
              <a:t>*   **Step 4:** Establishment of a</a:t>
            </a:r>
          </a:p>
        </p:txBody>
      </p:sp>
    </p:spTree>
  </p:cSld>
</p:sld>
</file>