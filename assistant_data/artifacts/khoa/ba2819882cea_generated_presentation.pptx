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/>
          <a:lstStyle/>
          <a:p>
            <a:r>
              <a:t>Title: Day Off Notice</a:t>
            </a:r>
          </a:p>
          <a:p>
            <a:r>
              <a:t>Subtitle: Unavailable Today – Urgent Matters Only</a:t>
            </a:r>
          </a:p>
          <a:p>
            <a:r>
              <a:t>Executive Summary</a:t>
            </a:r>
          </a:p>
          <a:p>
            <a:r>
              <a:t>• Key Message 1: I will be taking a personal day off today.</a:t>
            </a:r>
          </a:p>
          <a:p>
            <a:r>
              <a:t>• Key Message 2: Please direct urgent matters to [Colleague Name] or via email before my departure.</a:t>
            </a:r>
          </a:p>
          <a:p>
            <a:r>
              <a:t>• Key Message 3: All scheduled meetings are postponed; rescheduling details follow tomorrow.</a:t>
            </a:r>
          </a:p>
          <a:p>
            <a:r>
              <a:t>• Key Message 4: Project status remains on track despite the absence.</a:t>
            </a:r>
          </a:p>
          <a:p>
            <a:r>
              <a:t>Slide Layouts &amp; Content Details</a:t>
            </a:r>
          </a:p>
          <a:p>
            <a:r>
              <a:t>1) Title Slide</a:t>
            </a:r>
          </a:p>
          <a:p>
            <a:r>
              <a:t>Audience Footer: Confidential – Internal Use Only</a:t>
            </a:r>
          </a:p>
          <a:p>
            <a:r>
              <a:t>Callout Takeaway: Please review urgent items before my departure today.</a:t>
            </a:r>
          </a:p>
          <a:p>
            <a:r>
              <a:t>2) Executive Summary (Content Type)</a:t>
            </a:r>
          </a:p>
          <a:p>
            <a:r>
              <a:t>Bullets:</a:t>
            </a:r>
          </a:p>
          <a:p>
            <a:r>
              <a:t>• Day off approved for personal reasons.</a:t>
            </a:r>
          </a:p>
          <a:p>
            <a:r>
              <a:t>• Coverage plan in place with [Colleague Name].</a:t>
            </a:r>
          </a:p>
          <a:p>
            <a:r>
              <a:t>• Urgent issues to escalate immediately if needed.</a:t>
            </a:r>
          </a:p>
          <a:p>
            <a:r>
              <a:t>• Return-to-work schedule confirmed for tomorrow morning.</a:t>
            </a:r>
          </a:p>
          <a:p>
            <a:r>
              <a:t>Callout Takeaway: Stay connected via email/Slack for critical updates.</a:t>
            </a:r>
          </a:p>
          <a:p>
            <a:r>
              <a:t>3) Section 1: Day Off Details (Content Type)</a:t>
            </a:r>
          </a:p>
          <a:p>
            <a:r>
              <a:t>Bullets:</a:t>
            </a:r>
          </a:p>
          <a:p>
            <a:r>
              <a:t>• Date of absence: Today’s date.</a:t>
            </a:r>
          </a:p>
          <a:p>
            <a:r>
              <a:t>• Reason: Personal commitment requiring full attention.</a:t>
            </a:r>
          </a:p>
          <a:p>
            <a:r>
              <a:t>• Availability status: Offline until return time.</a:t>
            </a:r>
          </a:p>
          <a:p>
            <a:r>
              <a:t>• Emergency contact protocol outlined below.</a:t>
            </a:r>
          </a:p>
          <a:p>
            <a:r>
              <a:t>Callout Takeaway: No need to call; use email for non-urgent queries.</a:t>
            </a:r>
          </a:p>
          <a:p>
            <a:r>
              <a:t>4) Section 2: Coverage Plan (Table Type)</a:t>
            </a:r>
          </a:p>
          <a:p>
            <a:r>
              <a:t>Headers: Task | Owner | Deadline | Status | Notes</a:t>
            </a:r>
          </a:p>
          <a:p>
            <a:r>
              <a:t>Rows Example Data:</a:t>
            </a:r>
          </a:p>
          <a:p>
            <a:r>
              <a:t>1. Project X Review | [Colleague Name] | EOD Today | Pending | Handoff complete.</a:t>
            </a:r>
          </a:p>
          <a:p>
            <a:r>
              <a:t>2. Client Y Call | Team Lead | Tomorrow AM | Scheduled | Rescheduled call confirmed.</a:t>
            </a:r>
          </a:p>
          <a:p>
            <a:r>
              <a:t>3. Report Z Draft | Self | Monday PM | In Progress | Resume work upon return.</a:t>
            </a:r>
          </a:p>
          <a:p>
            <a:r>
              <a:t>5) Section 3: Urgent Matter Protocol (Process Type)</a:t>
            </a:r>
          </a:p>
          <a:p>
            <a:r>
              <a:t>Steps:</a:t>
            </a:r>
          </a:p>
          <a:p>
            <a:r>
              <a:t>1. Identify urgency level via email subject line [URGENT].</a:t>
            </a:r>
          </a:p>
          <a:p>
            <a:r>
              <a:t>2. Contact backup team lead if immediate action required.</a:t>
            </a:r>
          </a:p>
          <a:p>
            <a:r>
              <a:t>3. Document issue in shared tracker for post-return review.</a:t>
            </a:r>
          </a:p>
          <a:p>
            <a:r>
              <a:t>4. Escalate to management only after initial steps fail.</a:t>
            </a:r>
          </a:p>
          <a:p>
            <a:r>
              <a:t>6) Section 4: Return Schedule (Timeline Type)</a:t>
            </a:r>
          </a:p>
          <a:p>
            <a:r>
              <a:t>Milestones:</a:t>
            </a:r>
          </a:p>
          <a:p>
            <a:r>
              <a:t>• Morning departure from office/home.</a:t>
            </a:r>
          </a:p>
          <a:p>
            <a:r>
              <a:t>• Midday check-in via email summary.</a:t>
            </a:r>
          </a:p>
          <a:p>
            <a:r>
              <a:t>• Afternoon availability for meetings/rescheduling.</a:t>
            </a:r>
          </a:p>
          <a:p>
            <a:r>
              <a:t>• Evening wrap-up of pending tasks.</a:t>
            </a:r>
          </a:p>
          <a:p>
            <a:r>
              <a:t>7) Closing Slide (Content Type)</a:t>
            </a:r>
          </a:p>
          <a:p>
            <a:r>
              <a:t>Bullets:</a:t>
            </a:r>
          </a:p>
          <a:p>
            <a:r>
              <a:t>• Thank you for understanding my absence today.</a:t>
            </a:r>
          </a:p>
          <a:p>
            <a:r>
              <a:t>• Full productivity resumes tomorrow morning.</a:t>
            </a:r>
          </a:p>
          <a:p>
            <a:r>
              <a:t>• Apologies for any inconvenience caused by this short notice.</a:t>
            </a:r>
          </a:p>
          <a:p>
            <a:r>
              <a:t>Callout Takeaway: Reach out anytime via email for non-urgent matters.</a:t>
            </a:r>
          </a:p>
          <a:p>
            <a:r>
              <a:t>Speaker Notes (All Slides)</a:t>
            </a:r>
          </a:p>
          <a:p>
            <a:r>
              <a:t>• Title Slide: Emphasize professionalism and clarity about the day off while maintaining team alignment.</a:t>
            </a:r>
          </a:p>
          <a:p>
            <a:r>
              <a:t>• Executive Summary: Highlight proactive planning to minimize disruption; reassure stakeholders of continuity measures.</a:t>
            </a:r>
          </a:p>
          <a:p>
            <a:r>
              <a:t>• Day Off Details: Be concise but transparent without oversharing personal details unless necessary for context.</a:t>
            </a:r>
          </a:p>
          <a:p>
            <a:r>
              <a:t>• Coverage Plan: Use table format to visually demonstrate delegation structure and accountability points.</a:t>
            </a:r>
          </a:p>
          <a:p>
            <a:r>
              <a:t>• Urgent Matter Protocol: Stress importance of following established escalation paths rather than interrupting directly.</a:t>
            </a:r>
          </a:p>
          <a:p>
            <a:r>
              <a:t>• Return Schedule: Reiterate commitment to full engagement upon return; set expectations around availability windows.</a:t>
            </a:r>
          </a:p>
          <a:p>
            <a:r>
              <a:t>• Closing Slide: Express gratitude for support received during this brief absence while reinforcing reliability going forward.</a:t>
            </a:r>
          </a:p>
          <a:p>
            <a:r>
              <a:t>Theming Guidelines</a:t>
            </a:r>
          </a:p>
          <a:p>
            <a:r>
              <a:t>Font Family: Aptos (consistent across all slides).</a:t>
            </a:r>
          </a:p>
          <a:p>
            <a:r>
              <a:t>Primary Color Palette: Deep Navy (#0A2342) – conveys professionalism and trustworthiness.</a:t>
            </a:r>
          </a:p>
          <a:p>
            <a:r>
              <a:t>Accent Color Palette: Coral Orange (#FF6F61) – highlights key takeaways without overwhelming visual hierarchy.</a:t>
            </a:r>
          </a:p>
          <a:p>
            <a:r>
              <a:t>Neutral Backgrounds: Light Gray (#F5F7FA) for clean readability; Dark Slate (#2C3E50) footer bars for branding consistency.</a:t>
            </a:r>
          </a:p>
        </p:txBody>
      </p:sp>
    </p:spTree>
  </p:cSld>
</p:sld>
</file>