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# Beach Trip Planning Presentation</a:t>
            </a:r>
          </a:p>
          <a:p>
            <a:r>
              <a:t>## Slide 1: Title Slide</a:t>
            </a:r>
          </a:p>
          <a:p>
            <a:r>
              <a:t>**Layout Type:** Standard Title + Subtitle</a:t>
            </a:r>
          </a:p>
          <a:p>
            <a:r>
              <a:t>**Visual Theme:** Ocean Blue and Sand Beige palette with Aptos font. Background image suggestion: High-res photo of a sunny beach horizon.</a:t>
            </a:r>
          </a:p>
          <a:p>
            <a:r>
              <a:t>**Content:**</a:t>
            </a:r>
          </a:p>
          <a:p>
            <a:r>
              <a:t>*   **Title:** Next Week's Beach Trip Itinerary</a:t>
            </a:r>
          </a:p>
          <a:p>
            <a:r>
              <a:t>*   **Subtitle:** Logistics, Schedule, and Team Activities</a:t>
            </a:r>
          </a:p>
          <a:p>
            <a:r>
              <a:t>*   **Footer:** Internal Planning Document | Date: [Insert Current Date]</a:t>
            </a:r>
          </a:p>
          <a:p>
            <a:r>
              <a:t/>
            </a:r>
          </a:p>
          <a:p>
            <a:r>
              <a:t>## Slide 2: Executive Summary</a:t>
            </a:r>
          </a:p>
          <a:p>
            <a:r>
              <a:t>**Layout Type:** Content (Key Message Cards)</a:t>
            </a:r>
          </a:p>
          <a:p>
            <a:r>
              <a:t>**Visual Theme:** Three distinct cards with icons representing a boat, a tent, and a clock.</a:t>
            </a:r>
          </a:p>
          <a:p>
            <a:r>
              <a:t>**Content:**</a:t>
            </a:r>
          </a:p>
          <a:p>
            <a:r>
              <a:t>*   **Card 1: Destination &amp; Vessel**</a:t>
            </a:r>
          </a:p>
          <a:p>
            <a:r>
              <a:t>*   Departure from HQ to [Insert Marina Name].</a:t>
            </a:r>
          </a:p>
          <a:p>
            <a:r>
              <a:t>*   Primary vessel: "Sunset Cruiser" (Capacity confirmed for all attendees).</a:t>
            </a:r>
          </a:p>
          <a:p>
            <a:r>
              <a:t>*   **Card 2: Core Schedule**</a:t>
            </a:r>
          </a:p>
          <a:p>
            <a:r>
              <a:t>*   Day Off Date: Saturday, October 24th.</a:t>
            </a:r>
          </a:p>
          <a:p>
            <a:r>
              <a:t>*   Activity Window: 09:00 AM – 17:00 PM.</a:t>
            </a:r>
          </a:p>
          <a:p>
            <a:r>
              <a:t>*   Return to HQ by evening rush hour.</a:t>
            </a:r>
          </a:p>
          <a:p>
            <a:r>
              <a:t>*   **Card 3: Key Takeaway**</a:t>
            </a:r>
          </a:p>
          <a:p>
            <a:r>
              <a:t>*   All travel arrangements and meal plans are finalized pending final headcount confirmation from the team leads.</a:t>
            </a:r>
          </a:p>
          <a:p>
            <a:r>
              <a:t/>
            </a:r>
          </a:p>
          <a:p>
            <a:r>
              <a:t>## Slide 3: Pre-Trip Logistics &amp; Gear Check</a:t>
            </a:r>
          </a:p>
          <a:p>
            <a:r>
              <a:t>**Layout Type:** Table (Checklist Style)</a:t>
            </a:r>
          </a:p>
          <a:p>
            <a:r>
              <a:t>**Headers:** Item Category, Required Equipment, Status/Notes, Responsibility, Deadline.</a:t>
            </a:r>
          </a:p>
          <a:p>
            <a:r>
              <a:t>| Row | Content Details |</a:t>
            </a:r>
          </a:p>
          <a:p>
            <a:r>
              <a:t>| :--- | :--- |</a:t>
            </a:r>
          </a:p>
          <a:p>
            <a:r>
              <a:t>| **1** | **Boating Safety**: Life jackets for all; First aid kit stocked on board. | *Confirmed* | Team Lead A | Oct 20th |</a:t>
            </a:r>
          </a:p>
          <a:p>
            <a:r>
              <a:t>| **2** | **Personal Gear**: Sunscreen (SPF 50+), Swimwear, Water shoes. | *Required per person* | All Staff | Ongoing |</a:t>
            </a:r>
          </a:p>
          <a:p>
            <a:r>
              <a:t>| **3** | **Tent Setup**: Canopy for shade; Sleeping bags provided by company. | *Check condition* | Logistics Team | Oct 21st |</a:t>
            </a:r>
          </a:p>
          <a:p>
            <a:r>
              <a:t>| **4** | **Food &amp; Drink**: Cooler boxes with ice packs; Snacks and lunch provisions. | *Pre-cooled* | Catering Lead | Oct 20th |</a:t>
            </a:r>
          </a:p>
          <a:p>
            <a:r>
              <a:t>| **5** | **Navigation Tools**: Waterproof maps, GPS device charged, VHF radio tested. | *Functional check complete* | Captain's Staff | Oct 19th |</a:t>
            </a:r>
          </a:p>
          <a:p>
            <a:r>
              <a:t/>
            </a:r>
          </a:p>
          <a:p>
            <a:r>
              <a:t>## Slide 4: The Day-Off Timeline</a:t>
            </a:r>
          </a:p>
          <a:p>
            <a:r>
              <a:t>**Layout Type:** Process (Connected Boxes)</a:t>
            </a:r>
          </a:p>
          <a:p>
            <a:r>
              <a:t>**Visual Flow:** Horizontal arrow connecting boxes from Morning to Evening.</a:t>
            </a:r>
          </a:p>
          <a:p>
            <a:r>
              <a:t>**Content:**</a:t>
            </a:r>
          </a:p>
          <a:p>
            <a:r>
              <a:t>1.  **08:30 AM – Departure Briefing**</a:t>
            </a:r>
          </a:p>
          <a:p>
            <a:r>
              <a:t>*   Headcount verification at the dockside meeting point.</a:t>
            </a:r>
          </a:p>
          <a:p>
            <a:r>
              <a:t>2.  **09:00 AM – Transit Begins**</a:t>
            </a:r>
          </a:p>
          <a:p>
            <a:r>
              <a:t>*   Board vessel; safety briefing and route overview.</a:t>
            </a:r>
          </a:p>
          <a:p>
            <a:r>
              <a:t>3.  **10:30 AM – Beach Arrival &amp; Setup**</a:t>
            </a:r>
          </a:p>
          <a:p>
            <a:r>
              <a:t>*   Unload gear; establish perimeter for tenting area.</a:t>
            </a:r>
          </a:p>
          <a:p>
            <a:r>
              <a:t>4.  **12:00 PM – Lunch Break**</a:t>
            </a:r>
          </a:p>
          <a:p>
            <a:r>
              <a:t>*   Picnic setup on the sand; hydration stations active.</a:t>
            </a:r>
          </a:p>
          <a:p>
            <a:r>
              <a:t>5.  **02:00 PM – Water Activities**</a:t>
            </a:r>
          </a:p>
          <a:p>
            <a:r>
              <a:t>*   Swimming, snorkeling, or boat excursions (weather permitting).</a:t>
            </a:r>
          </a:p>
          <a:p>
            <a:r>
              <a:t>6.  **04:30 PM – Cleanup &amp; Packing**</a:t>
            </a:r>
          </a:p>
          <a:p>
            <a:r>
              <a:t>*   "Leave No Trace" protocol execution; gear storage.</a:t>
            </a:r>
          </a:p>
          <a:p>
            <a:r>
              <a:t>7.  **05:30 PM – Return Transit**</a:t>
            </a:r>
          </a:p>
          <a:p>
            <a:r>
              <a:t>*   Departure from beach location back to HQ.</a:t>
            </a:r>
          </a:p>
          <a:p>
            <a:r>
              <a:t/>
            </a:r>
          </a:p>
          <a:p>
            <a:r>
              <a:t>## Slide 5: Activity Priorities Matrix</a:t>
            </a:r>
          </a:p>
          <a:p>
            <a:r>
              <a:t>**Layout Type:** Matrix (2x2 Grid)</a:t>
            </a:r>
          </a:p>
          <a:p>
            <a:r>
              <a:t>**Axes:** Priority Level vs. Feasibility/Weather Dependency.</a:t>
            </a:r>
          </a:p>
          <a:p>
            <a:r>
              <a:t>| **Priority / Status** | **High Confidence Activities**&lt;br&gt;*(Proceed regardless of minor delays)* | **Monitor Conditions**&lt;br&gt;*(Contingency plan required if weather turns)* |</a:t>
            </a:r>
          </a:p>
          <a:p>
            <a:r>
              <a:t>| :--- | :--- | :--- |</a:t>
            </a:r>
          </a:p>
          <a:p>
            <a:r>
              <a:t>| **Must Do**&lt;br&gt;(Core Team Goals) | • Group photo session&lt;br&gt;• Official welcome speech | • Deep-sea snorkeling excursion&lt;br&gt;• Sunset sail cruise |</a:t>
            </a:r>
          </a:p>
          <a:p>
            <a:r>
              <a:t>| **Selective / Defer**&lt;br&gt;(Weather Dependent) | • Beach volleyball tournament&lt;br&gt;• Sandcastle building contest | • Kayaking tour&lt;br&gt;• Tide-pool exploration |</a:t>
            </a:r>
          </a:p>
          <a:p>
            <a:r>
              <a:t/>
            </a:r>
          </a:p>
          <a:p>
            <a:r>
              <a:t>## Slide 6: Budget &amp; Resource Allocation Overview</a:t>
            </a:r>
          </a:p>
          <a:p>
            <a:r>
              <a:t>**Layout Type:** Chart (Bar Chart Representation in Text)</a:t>
            </a:r>
          </a:p>
          <a:p>
            <a:r>
              <a:t>**Title:** Estimated Cost Breakdown by Category</a:t>
            </a:r>
          </a:p>
          <a:p>
            <a:r>
              <a:t>**Data Series Categories:** Transportation, Accommodation/Gear, Food/Drink, Contingency.</a:t>
            </a:r>
          </a:p>
          <a:p>
            <a:r>
              <a:t>*</a:t>
            </a:r>
          </a:p>
        </p:txBody>
      </p:sp>
    </p:spTree>
  </p:cSld>
</p:sld>
</file>